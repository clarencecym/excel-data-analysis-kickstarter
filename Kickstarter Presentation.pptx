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86" r:id="rId7"/>
    <p:sldId id="288" r:id="rId8"/>
    <p:sldId id="299" r:id="rId9"/>
    <p:sldId id="291" r:id="rId10"/>
    <p:sldId id="29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7B69"/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5646" autoAdjust="0"/>
  </p:normalViewPr>
  <p:slideViewPr>
    <p:cSldViewPr snapToGrid="0">
      <p:cViewPr varScale="1">
        <p:scale>
          <a:sx n="64" d="100"/>
          <a:sy n="64" d="100"/>
        </p:scale>
        <p:origin x="556" y="5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rence Cheong" userId="4a8a262060a749bb" providerId="LiveId" clId="{7ED44303-E0E4-4E03-999F-C7B4A231206C}"/>
    <pc:docChg chg="modSld">
      <pc:chgData name="Clarence Cheong" userId="4a8a262060a749bb" providerId="LiveId" clId="{7ED44303-E0E4-4E03-999F-C7B4A231206C}" dt="2026-01-22T09:04:45.651" v="21" actId="20577"/>
      <pc:docMkLst>
        <pc:docMk/>
      </pc:docMkLst>
      <pc:sldChg chg="modSp mod">
        <pc:chgData name="Clarence Cheong" userId="4a8a262060a749bb" providerId="LiveId" clId="{7ED44303-E0E4-4E03-999F-C7B4A231206C}" dt="2026-01-22T09:04:45.651" v="21" actId="20577"/>
        <pc:sldMkLst>
          <pc:docMk/>
          <pc:sldMk cId="2259308896" sldId="256"/>
        </pc:sldMkLst>
        <pc:spChg chg="mod">
          <ac:chgData name="Clarence Cheong" userId="4a8a262060a749bb" providerId="LiveId" clId="{7ED44303-E0E4-4E03-999F-C7B4A231206C}" dt="2026-01-22T09:04:45.651" v="21" actId="20577"/>
          <ac:spMkLst>
            <pc:docMk/>
            <pc:sldMk cId="2259308896" sldId="256"/>
            <ac:spMk id="2" creationId="{51DF3D98-3C30-4CFC-8643-C81E829C8C25}"/>
          </ac:spMkLst>
        </pc:spChg>
      </pc:sldChg>
    </pc:docChg>
  </pc:docChgLst>
  <pc:docChgLst>
    <pc:chgData name="Clarence Cheong" userId="4a8a262060a749bb" providerId="LiveId" clId="{A4478B57-C8D5-4456-BA41-8E52A2C3CE58}"/>
    <pc:docChg chg="undo redo custSel addSld delSld modSld sldOrd">
      <pc:chgData name="Clarence Cheong" userId="4a8a262060a749bb" providerId="LiveId" clId="{A4478B57-C8D5-4456-BA41-8E52A2C3CE58}" dt="2025-05-19T00:59:32.783" v="3009"/>
      <pc:docMkLst>
        <pc:docMk/>
      </pc:docMkLst>
      <pc:sldChg chg="modSp mod modTransition">
        <pc:chgData name="Clarence Cheong" userId="4a8a262060a749bb" providerId="LiveId" clId="{A4478B57-C8D5-4456-BA41-8E52A2C3CE58}" dt="2025-05-19T00:59:26.055" v="3008"/>
        <pc:sldMkLst>
          <pc:docMk/>
          <pc:sldMk cId="2259308896" sldId="256"/>
        </pc:sldMkLst>
        <pc:spChg chg="mod">
          <ac:chgData name="Clarence Cheong" userId="4a8a262060a749bb" providerId="LiveId" clId="{A4478B57-C8D5-4456-BA41-8E52A2C3CE58}" dt="2025-05-18T20:48:01.001" v="2094" actId="1076"/>
          <ac:spMkLst>
            <pc:docMk/>
            <pc:sldMk cId="2259308896" sldId="256"/>
            <ac:spMk id="2" creationId="{51DF3D98-3C30-4CFC-8643-C81E829C8C25}"/>
          </ac:spMkLst>
        </pc:spChg>
      </pc:sldChg>
      <pc:sldChg chg="modSp mod modTransition">
        <pc:chgData name="Clarence Cheong" userId="4a8a262060a749bb" providerId="LiveId" clId="{A4478B57-C8D5-4456-BA41-8E52A2C3CE58}" dt="2025-05-19T00:59:32.783" v="3009"/>
        <pc:sldMkLst>
          <pc:docMk/>
          <pc:sldMk cId="1325608595" sldId="257"/>
        </pc:sldMkLst>
        <pc:spChg chg="mod">
          <ac:chgData name="Clarence Cheong" userId="4a8a262060a749bb" providerId="LiveId" clId="{A4478B57-C8D5-4456-BA41-8E52A2C3CE58}" dt="2025-05-18T20:50:18.500" v="2102" actId="20577"/>
          <ac:spMkLst>
            <pc:docMk/>
            <pc:sldMk cId="1325608595" sldId="257"/>
            <ac:spMk id="2" creationId="{912DF434-28DB-4621-A497-D62C41CE0419}"/>
          </ac:spMkLst>
        </pc:spChg>
        <pc:spChg chg="mod">
          <ac:chgData name="Clarence Cheong" userId="4a8a262060a749bb" providerId="LiveId" clId="{A4478B57-C8D5-4456-BA41-8E52A2C3CE58}" dt="2025-05-18T20:53:36.368" v="2279" actId="1076"/>
          <ac:spMkLst>
            <pc:docMk/>
            <pc:sldMk cId="1325608595" sldId="257"/>
            <ac:spMk id="3" creationId="{22788C46-D0BC-4307-AE55-7601A139E7CB}"/>
          </ac:spMkLst>
        </pc:spChg>
      </pc:sldChg>
      <pc:sldChg chg="addSp delSp modSp mod modTransition delAnim modAnim">
        <pc:chgData name="Clarence Cheong" userId="4a8a262060a749bb" providerId="LiveId" clId="{A4478B57-C8D5-4456-BA41-8E52A2C3CE58}" dt="2025-05-19T00:59:32.783" v="3009"/>
        <pc:sldMkLst>
          <pc:docMk/>
          <pc:sldMk cId="3662677160" sldId="286"/>
        </pc:sldMkLst>
        <pc:spChg chg="mod ord">
          <ac:chgData name="Clarence Cheong" userId="4a8a262060a749bb" providerId="LiveId" clId="{A4478B57-C8D5-4456-BA41-8E52A2C3CE58}" dt="2025-05-18T19:49:31.034" v="547" actId="207"/>
          <ac:spMkLst>
            <pc:docMk/>
            <pc:sldMk cId="3662677160" sldId="286"/>
            <ac:spMk id="2" creationId="{6F148DD4-4828-CE87-0C5C-42BE175E8DA5}"/>
          </ac:spMkLst>
        </pc:spChg>
        <pc:spChg chg="add mod">
          <ac:chgData name="Clarence Cheong" userId="4a8a262060a749bb" providerId="LiveId" clId="{A4478B57-C8D5-4456-BA41-8E52A2C3CE58}" dt="2025-05-18T19:48:43.233" v="544" actId="207"/>
          <ac:spMkLst>
            <pc:docMk/>
            <pc:sldMk cId="3662677160" sldId="286"/>
            <ac:spMk id="9" creationId="{F08F3288-E847-7F2F-7FDF-AF19F876C2B4}"/>
          </ac:spMkLst>
        </pc:spChg>
        <pc:graphicFrameChg chg="del mod">
          <ac:chgData name="Clarence Cheong" userId="4a8a262060a749bb" providerId="LiveId" clId="{A4478B57-C8D5-4456-BA41-8E52A2C3CE58}" dt="2025-05-18T14:55:45.897" v="6" actId="478"/>
          <ac:graphicFrameMkLst>
            <pc:docMk/>
            <pc:sldMk cId="3662677160" sldId="286"/>
            <ac:graphicFrameMk id="5" creationId="{389C93D7-85A7-BF3D-2E81-87B34FD9B60E}"/>
          </ac:graphicFrameMkLst>
        </pc:graphicFrameChg>
        <pc:graphicFrameChg chg="add del mod">
          <ac:chgData name="Clarence Cheong" userId="4a8a262060a749bb" providerId="LiveId" clId="{A4478B57-C8D5-4456-BA41-8E52A2C3CE58}" dt="2025-05-18T15:20:33.249" v="96" actId="478"/>
          <ac:graphicFrameMkLst>
            <pc:docMk/>
            <pc:sldMk cId="3662677160" sldId="286"/>
            <ac:graphicFrameMk id="6" creationId="{389C93D7-85A7-BF3D-2E81-87B34FD9B60E}"/>
          </ac:graphicFrameMkLst>
        </pc:graphicFrameChg>
        <pc:graphicFrameChg chg="add mod">
          <ac:chgData name="Clarence Cheong" userId="4a8a262060a749bb" providerId="LiveId" clId="{A4478B57-C8D5-4456-BA41-8E52A2C3CE58}" dt="2025-05-18T15:21:22.897" v="104"/>
          <ac:graphicFrameMkLst>
            <pc:docMk/>
            <pc:sldMk cId="3662677160" sldId="286"/>
            <ac:graphicFrameMk id="7" creationId="{389C93D7-85A7-BF3D-2E81-87B34FD9B60E}"/>
          </ac:graphicFrameMkLst>
        </pc:graphicFrameChg>
        <pc:graphicFrameChg chg="add mod">
          <ac:chgData name="Clarence Cheong" userId="4a8a262060a749bb" providerId="LiveId" clId="{A4478B57-C8D5-4456-BA41-8E52A2C3CE58}" dt="2025-05-18T16:20:43.843" v="133"/>
          <ac:graphicFrameMkLst>
            <pc:docMk/>
            <pc:sldMk cId="3662677160" sldId="286"/>
            <ac:graphicFrameMk id="8" creationId="{D5CFCA87-B9BE-D252-EED8-7072D8FB25CF}"/>
          </ac:graphicFrameMkLst>
        </pc:graphicFrameChg>
      </pc:sldChg>
      <pc:sldChg chg="addSp delSp modSp mod modTransition">
        <pc:chgData name="Clarence Cheong" userId="4a8a262060a749bb" providerId="LiveId" clId="{A4478B57-C8D5-4456-BA41-8E52A2C3CE58}" dt="2025-05-19T00:59:32.783" v="3009"/>
        <pc:sldMkLst>
          <pc:docMk/>
          <pc:sldMk cId="779750606" sldId="288"/>
        </pc:sldMkLst>
        <pc:spChg chg="del">
          <ac:chgData name="Clarence Cheong" userId="4a8a262060a749bb" providerId="LiveId" clId="{A4478B57-C8D5-4456-BA41-8E52A2C3CE58}" dt="2025-05-18T18:33:39.571" v="521" actId="478"/>
          <ac:spMkLst>
            <pc:docMk/>
            <pc:sldMk cId="779750606" sldId="288"/>
            <ac:spMk id="2" creationId="{E3CEE190-899A-46D2-989D-C4BC6A46F946}"/>
          </ac:spMkLst>
        </pc:spChg>
        <pc:spChg chg="mod">
          <ac:chgData name="Clarence Cheong" userId="4a8a262060a749bb" providerId="LiveId" clId="{A4478B57-C8D5-4456-BA41-8E52A2C3CE58}" dt="2025-05-18T20:04:09.491" v="870" actId="1076"/>
          <ac:spMkLst>
            <pc:docMk/>
            <pc:sldMk cId="779750606" sldId="288"/>
            <ac:spMk id="3" creationId="{26BC9DE8-A5CC-4BE1-0DE5-CB15D01A7919}"/>
          </ac:spMkLst>
        </pc:spChg>
        <pc:spChg chg="add del mod">
          <ac:chgData name="Clarence Cheong" userId="4a8a262060a749bb" providerId="LiveId" clId="{A4478B57-C8D5-4456-BA41-8E52A2C3CE58}" dt="2025-05-18T19:50:55.679" v="548" actId="478"/>
          <ac:spMkLst>
            <pc:docMk/>
            <pc:sldMk cId="779750606" sldId="288"/>
            <ac:spMk id="5" creationId="{D75F2CBB-37DC-4887-8A29-EA86DCFF7C19}"/>
          </ac:spMkLst>
        </pc:spChg>
        <pc:spChg chg="add del mod">
          <ac:chgData name="Clarence Cheong" userId="4a8a262060a749bb" providerId="LiveId" clId="{A4478B57-C8D5-4456-BA41-8E52A2C3CE58}" dt="2025-05-18T20:03:57.008" v="867" actId="478"/>
          <ac:spMkLst>
            <pc:docMk/>
            <pc:sldMk cId="779750606" sldId="288"/>
            <ac:spMk id="7" creationId="{6A6A41B9-E347-752E-C553-EC1602D9252F}"/>
          </ac:spMkLst>
        </pc:spChg>
        <pc:spChg chg="add del mod">
          <ac:chgData name="Clarence Cheong" userId="4a8a262060a749bb" providerId="LiveId" clId="{A4478B57-C8D5-4456-BA41-8E52A2C3CE58}" dt="2025-05-18T20:04:00.306" v="868" actId="478"/>
          <ac:spMkLst>
            <pc:docMk/>
            <pc:sldMk cId="779750606" sldId="288"/>
            <ac:spMk id="10" creationId="{2020CACF-B00E-75D0-69C8-9BB8FC16D081}"/>
          </ac:spMkLst>
        </pc:spChg>
        <pc:graphicFrameChg chg="add mod">
          <ac:chgData name="Clarence Cheong" userId="4a8a262060a749bb" providerId="LiveId" clId="{A4478B57-C8D5-4456-BA41-8E52A2C3CE58}" dt="2025-05-18T20:45:13.624" v="2011" actId="403"/>
          <ac:graphicFrameMkLst>
            <pc:docMk/>
            <pc:sldMk cId="779750606" sldId="288"/>
            <ac:graphicFrameMk id="8" creationId="{0D20236F-83B7-EA41-1CE1-F18546F95ADF}"/>
          </ac:graphicFrameMkLst>
        </pc:graphicFrameChg>
        <pc:picChg chg="del mod">
          <ac:chgData name="Clarence Cheong" userId="4a8a262060a749bb" providerId="LiveId" clId="{A4478B57-C8D5-4456-BA41-8E52A2C3CE58}" dt="2025-05-18T18:33:29.089" v="520" actId="478"/>
          <ac:picMkLst>
            <pc:docMk/>
            <pc:sldMk cId="779750606" sldId="288"/>
            <ac:picMk id="17" creationId="{2ECBBDA4-D2C1-0F46-BA36-5967266F87AD}"/>
          </ac:picMkLst>
        </pc:picChg>
      </pc:sldChg>
      <pc:sldChg chg="del mod modShow">
        <pc:chgData name="Clarence Cheong" userId="4a8a262060a749bb" providerId="LiveId" clId="{A4478B57-C8D5-4456-BA41-8E52A2C3CE58}" dt="2025-05-18T20:45:41.743" v="2013" actId="47"/>
        <pc:sldMkLst>
          <pc:docMk/>
          <pc:sldMk cId="2529338794" sldId="289"/>
        </pc:sldMkLst>
      </pc:sldChg>
      <pc:sldChg chg="del mod modShow">
        <pc:chgData name="Clarence Cheong" userId="4a8a262060a749bb" providerId="LiveId" clId="{A4478B57-C8D5-4456-BA41-8E52A2C3CE58}" dt="2025-05-18T20:45:41.743" v="2013" actId="47"/>
        <pc:sldMkLst>
          <pc:docMk/>
          <pc:sldMk cId="1265939620" sldId="290"/>
        </pc:sldMkLst>
      </pc:sldChg>
      <pc:sldChg chg="modSp mod ord modTransition">
        <pc:chgData name="Clarence Cheong" userId="4a8a262060a749bb" providerId="LiveId" clId="{A4478B57-C8D5-4456-BA41-8E52A2C3CE58}" dt="2025-05-19T00:59:32.783" v="3009"/>
        <pc:sldMkLst>
          <pc:docMk/>
          <pc:sldMk cId="2652102883" sldId="291"/>
        </pc:sldMkLst>
        <pc:spChg chg="mod">
          <ac:chgData name="Clarence Cheong" userId="4a8a262060a749bb" providerId="LiveId" clId="{A4478B57-C8D5-4456-BA41-8E52A2C3CE58}" dt="2025-05-18T21:02:29.063" v="3007" actId="1076"/>
          <ac:spMkLst>
            <pc:docMk/>
            <pc:sldMk cId="2652102883" sldId="291"/>
            <ac:spMk id="3" creationId="{D1455C0B-19FB-954B-532A-0A68CAC4E0E4}"/>
          </ac:spMkLst>
        </pc:spChg>
        <pc:spChg chg="mod">
          <ac:chgData name="Clarence Cheong" userId="4a8a262060a749bb" providerId="LiveId" clId="{A4478B57-C8D5-4456-BA41-8E52A2C3CE58}" dt="2025-05-18T21:02:21.781" v="3006" actId="20577"/>
          <ac:spMkLst>
            <pc:docMk/>
            <pc:sldMk cId="2652102883" sldId="291"/>
            <ac:spMk id="4" creationId="{DBA34351-9D9C-8C32-5CC0-3F19A1CAC037}"/>
          </ac:spMkLst>
        </pc:spChg>
        <pc:spChg chg="mod">
          <ac:chgData name="Clarence Cheong" userId="4a8a262060a749bb" providerId="LiveId" clId="{A4478B57-C8D5-4456-BA41-8E52A2C3CE58}" dt="2025-05-18T20:44:41.863" v="2010" actId="20577"/>
          <ac:spMkLst>
            <pc:docMk/>
            <pc:sldMk cId="2652102883" sldId="291"/>
            <ac:spMk id="6" creationId="{64CFB73D-B7C9-A177-04F3-E48E841A875E}"/>
          </ac:spMkLst>
        </pc:spChg>
      </pc:sldChg>
      <pc:sldChg chg="del mod modShow">
        <pc:chgData name="Clarence Cheong" userId="4a8a262060a749bb" providerId="LiveId" clId="{A4478B57-C8D5-4456-BA41-8E52A2C3CE58}" dt="2025-05-18T20:45:41.743" v="2013" actId="47"/>
        <pc:sldMkLst>
          <pc:docMk/>
          <pc:sldMk cId="362649583" sldId="292"/>
        </pc:sldMkLst>
      </pc:sldChg>
      <pc:sldChg chg="del mod modShow">
        <pc:chgData name="Clarence Cheong" userId="4a8a262060a749bb" providerId="LiveId" clId="{A4478B57-C8D5-4456-BA41-8E52A2C3CE58}" dt="2025-05-18T20:45:41.743" v="2013" actId="47"/>
        <pc:sldMkLst>
          <pc:docMk/>
          <pc:sldMk cId="853261029" sldId="294"/>
        </pc:sldMkLst>
      </pc:sldChg>
      <pc:sldChg chg="del mod modShow">
        <pc:chgData name="Clarence Cheong" userId="4a8a262060a749bb" providerId="LiveId" clId="{A4478B57-C8D5-4456-BA41-8E52A2C3CE58}" dt="2025-05-18T20:45:41.743" v="2013" actId="47"/>
        <pc:sldMkLst>
          <pc:docMk/>
          <pc:sldMk cId="907915534" sldId="295"/>
        </pc:sldMkLst>
      </pc:sldChg>
      <pc:sldChg chg="delSp modSp mod ord modTransition">
        <pc:chgData name="Clarence Cheong" userId="4a8a262060a749bb" providerId="LiveId" clId="{A4478B57-C8D5-4456-BA41-8E52A2C3CE58}" dt="2025-05-19T00:59:32.783" v="3009"/>
        <pc:sldMkLst>
          <pc:docMk/>
          <pc:sldMk cId="1609673525" sldId="296"/>
        </pc:sldMkLst>
        <pc:spChg chg="del mod">
          <ac:chgData name="Clarence Cheong" userId="4a8a262060a749bb" providerId="LiveId" clId="{A4478B57-C8D5-4456-BA41-8E52A2C3CE58}" dt="2025-05-18T20:45:51.998" v="2015" actId="478"/>
          <ac:spMkLst>
            <pc:docMk/>
            <pc:sldMk cId="1609673525" sldId="296"/>
            <ac:spMk id="5" creationId="{67BB04B7-47A4-741B-59E0-F0E6F2126E8F}"/>
          </ac:spMkLst>
        </pc:spChg>
      </pc:sldChg>
      <pc:sldChg chg="del mod modShow">
        <pc:chgData name="Clarence Cheong" userId="4a8a262060a749bb" providerId="LiveId" clId="{A4478B57-C8D5-4456-BA41-8E52A2C3CE58}" dt="2025-05-18T20:45:41.743" v="2013" actId="47"/>
        <pc:sldMkLst>
          <pc:docMk/>
          <pc:sldMk cId="4117153350" sldId="297"/>
        </pc:sldMkLst>
      </pc:sldChg>
      <pc:sldChg chg="del mod modShow">
        <pc:chgData name="Clarence Cheong" userId="4a8a262060a749bb" providerId="LiveId" clId="{A4478B57-C8D5-4456-BA41-8E52A2C3CE58}" dt="2025-05-18T20:45:41.743" v="2013" actId="47"/>
        <pc:sldMkLst>
          <pc:docMk/>
          <pc:sldMk cId="1678163377" sldId="298"/>
        </pc:sldMkLst>
      </pc:sldChg>
      <pc:sldChg chg="addSp delSp modSp new mod ord modTransition">
        <pc:chgData name="Clarence Cheong" userId="4a8a262060a749bb" providerId="LiveId" clId="{A4478B57-C8D5-4456-BA41-8E52A2C3CE58}" dt="2025-05-19T00:59:32.783" v="3009"/>
        <pc:sldMkLst>
          <pc:docMk/>
          <pc:sldMk cId="2494342868" sldId="299"/>
        </pc:sldMkLst>
        <pc:spChg chg="del">
          <ac:chgData name="Clarence Cheong" userId="4a8a262060a749bb" providerId="LiveId" clId="{A4478B57-C8D5-4456-BA41-8E52A2C3CE58}" dt="2025-05-18T20:04:33.871" v="871" actId="478"/>
          <ac:spMkLst>
            <pc:docMk/>
            <pc:sldMk cId="2494342868" sldId="299"/>
            <ac:spMk id="2" creationId="{55CDF22C-7670-72F2-591D-E3F820F47B67}"/>
          </ac:spMkLst>
        </pc:spChg>
        <pc:spChg chg="del">
          <ac:chgData name="Clarence Cheong" userId="4a8a262060a749bb" providerId="LiveId" clId="{A4478B57-C8D5-4456-BA41-8E52A2C3CE58}" dt="2025-05-18T20:04:36.315" v="872" actId="478"/>
          <ac:spMkLst>
            <pc:docMk/>
            <pc:sldMk cId="2494342868" sldId="299"/>
            <ac:spMk id="3" creationId="{3865F641-C3DF-BD49-B63B-B09E2A4C8168}"/>
          </ac:spMkLst>
        </pc:spChg>
        <pc:spChg chg="add mod">
          <ac:chgData name="Clarence Cheong" userId="4a8a262060a749bb" providerId="LiveId" clId="{A4478B57-C8D5-4456-BA41-8E52A2C3CE58}" dt="2025-05-18T20:43:37.824" v="1989" actId="1076"/>
          <ac:spMkLst>
            <pc:docMk/>
            <pc:sldMk cId="2494342868" sldId="299"/>
            <ac:spMk id="8" creationId="{968A7026-B5DE-0A5F-5BF2-5E92BC66372B}"/>
          </ac:spMkLst>
        </pc:spChg>
        <pc:graphicFrameChg chg="add del mod">
          <ac:chgData name="Clarence Cheong" userId="4a8a262060a749bb" providerId="LiveId" clId="{A4478B57-C8D5-4456-BA41-8E52A2C3CE58}" dt="2025-05-18T20:07:29.078" v="886" actId="478"/>
          <ac:graphicFrameMkLst>
            <pc:docMk/>
            <pc:sldMk cId="2494342868" sldId="299"/>
            <ac:graphicFrameMk id="4" creationId="{AA90802A-E918-EDDE-E2EB-D6D6B291F34D}"/>
          </ac:graphicFrameMkLst>
        </pc:graphicFrameChg>
        <pc:graphicFrameChg chg="add mod">
          <ac:chgData name="Clarence Cheong" userId="4a8a262060a749bb" providerId="LiveId" clId="{A4478B57-C8D5-4456-BA41-8E52A2C3CE58}" dt="2025-05-18T20:45:29.988" v="2012" actId="1076"/>
          <ac:graphicFrameMkLst>
            <pc:docMk/>
            <pc:sldMk cId="2494342868" sldId="299"/>
            <ac:graphicFrameMk id="5" creationId="{AA90802A-E918-EDDE-E2EB-D6D6B291F34D}"/>
          </ac:graphicFrameMkLst>
        </pc:graphicFrameChg>
        <pc:graphicFrameChg chg="add del mod">
          <ac:chgData name="Clarence Cheong" userId="4a8a262060a749bb" providerId="LiveId" clId="{A4478B57-C8D5-4456-BA41-8E52A2C3CE58}" dt="2025-05-18T20:26:22.124" v="1083" actId="478"/>
          <ac:graphicFrameMkLst>
            <pc:docMk/>
            <pc:sldMk cId="2494342868" sldId="299"/>
            <ac:graphicFrameMk id="6" creationId="{3C820911-A231-B2FA-8AA2-21F43EF387DA}"/>
          </ac:graphicFrameMkLst>
        </pc:graphicFrameChg>
        <pc:graphicFrameChg chg="add mod">
          <ac:chgData name="Clarence Cheong" userId="4a8a262060a749bb" providerId="LiveId" clId="{A4478B57-C8D5-4456-BA41-8E52A2C3CE58}" dt="2025-05-18T20:45:29.988" v="2012" actId="1076"/>
          <ac:graphicFrameMkLst>
            <pc:docMk/>
            <pc:sldMk cId="2494342868" sldId="299"/>
            <ac:graphicFrameMk id="7" creationId="{3C820911-A231-B2FA-8AA2-21F43EF387DA}"/>
          </ac:graphicFrameMkLst>
        </pc:graphicFrameChg>
      </pc:sldChg>
      <pc:sldMasterChg chg="delSldLayout">
        <pc:chgData name="Clarence Cheong" userId="4a8a262060a749bb" providerId="LiveId" clId="{A4478B57-C8D5-4456-BA41-8E52A2C3CE58}" dt="2025-05-18T20:45:41.743" v="2013" actId="47"/>
        <pc:sldMasterMkLst>
          <pc:docMk/>
          <pc:sldMasterMk cId="1788353970" sldId="2147483648"/>
        </pc:sldMasterMkLst>
        <pc:sldLayoutChg chg="del">
          <pc:chgData name="Clarence Cheong" userId="4a8a262060a749bb" providerId="LiveId" clId="{A4478B57-C8D5-4456-BA41-8E52A2C3CE58}" dt="2025-05-18T20:45:41.743" v="2013" actId="47"/>
          <pc:sldLayoutMkLst>
            <pc:docMk/>
            <pc:sldMasterMk cId="1788353970" sldId="2147483648"/>
            <pc:sldLayoutMk cId="4193030505" sldId="2147483675"/>
          </pc:sldLayoutMkLst>
        </pc:sldLayoutChg>
        <pc:sldLayoutChg chg="del">
          <pc:chgData name="Clarence Cheong" userId="4a8a262060a749bb" providerId="LiveId" clId="{A4478B57-C8D5-4456-BA41-8E52A2C3CE58}" dt="2025-05-18T20:45:41.743" v="2013" actId="47"/>
          <pc:sldLayoutMkLst>
            <pc:docMk/>
            <pc:sldMasterMk cId="1788353970" sldId="2147483648"/>
            <pc:sldLayoutMk cId="525656170" sldId="2147483676"/>
          </pc:sldLayoutMkLst>
        </pc:sldLayoutChg>
        <pc:sldLayoutChg chg="del">
          <pc:chgData name="Clarence Cheong" userId="4a8a262060a749bb" providerId="LiveId" clId="{A4478B57-C8D5-4456-BA41-8E52A2C3CE58}" dt="2025-05-18T20:45:41.743" v="2013" actId="47"/>
          <pc:sldLayoutMkLst>
            <pc:docMk/>
            <pc:sldMasterMk cId="1788353970" sldId="2147483648"/>
            <pc:sldLayoutMk cId="1827098551" sldId="2147483677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a8a262060a749bb/Desktop/General%20Assembly/Labs/4.08%20Kickstarter/4.08_Kickstarter_Excel_Lab_Workbook_Templat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a8a262060a749bb/Desktop/General%20Assembly/Labs/4.08%20Kickstarter/4.08_Kickstarter_Excel_Lab_Workbook_Templat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a8a262060a749bb/Desktop/General%20Assembly/Labs/4.08%20Kickstarter/4.08_Kickstarter_Excel_Lab_Workbook_Templat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a8a262060a749bb/Desktop/General%20Assembly/Labs/4.08%20Kickstarter/4.08_Kickstarter_Excel_Lab_Workbook_Templat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a8a262060a749bb/Desktop/General%20Assembly/Labs/4.08%20Kickstarter/4.08_Kickstarter_Excel_Lab_Workbook_Templat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[4.08_Kickstarter_Excel_Lab_Workbook_Template.xlsx]4_Analysis_and_Charts!PivotTable1</c:name>
    <c:fmtId val="22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'4_Analysis_and_Charts'!$B$3:$B$4</c:f>
              <c:strCache>
                <c:ptCount val="1"/>
                <c:pt idx="0">
                  <c:v>Successful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5B7-42D3-B41E-E5A81C3F259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5B7-42D3-B41E-E5A81C3F259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5B7-42D3-B41E-E5A81C3F259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5B7-42D3-B41E-E5A81C3F259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5B7-42D3-B41E-E5A81C3F259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5B7-42D3-B41E-E5A81C3F259F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85B7-42D3-B41E-E5A81C3F259F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85B7-42D3-B41E-E5A81C3F259F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85B7-42D3-B41E-E5A81C3F259F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85B7-42D3-B41E-E5A81C3F259F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85B7-42D3-B41E-E5A81C3F259F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85B7-42D3-B41E-E5A81C3F259F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85B7-42D3-B41E-E5A81C3F259F}"/>
              </c:ext>
            </c:extLst>
          </c:dPt>
          <c:dLbls>
            <c:dLbl>
              <c:idx val="1"/>
              <c:layout>
                <c:manualLayout>
                  <c:x val="-4.9102123958846132E-2"/>
                  <c:y val="9.2562833901081512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B7-42D3-B41E-E5A81C3F259F}"/>
                </c:ext>
              </c:extLst>
            </c:dLbl>
            <c:dLbl>
              <c:idx val="2"/>
              <c:layout>
                <c:manualLayout>
                  <c:x val="-8.9673199765842454E-2"/>
                  <c:y val="4.504011466651775E-3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5B7-42D3-B41E-E5A81C3F259F}"/>
                </c:ext>
              </c:extLst>
            </c:dLbl>
            <c:dLbl>
              <c:idx val="3"/>
              <c:layout>
                <c:manualLayout>
                  <c:x val="-3.1091982087547557E-2"/>
                  <c:y val="-0.10644060981738984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5B7-42D3-B41E-E5A81C3F259F}"/>
                </c:ext>
              </c:extLst>
            </c:dLbl>
            <c:dLbl>
              <c:idx val="4"/>
              <c:layout>
                <c:manualLayout>
                  <c:x val="-4.1146770710241351E-3"/>
                  <c:y val="5.0792799836190689E-3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5B7-42D3-B41E-E5A81C3F259F}"/>
                </c:ext>
              </c:extLst>
            </c:dLbl>
            <c:dLbl>
              <c:idx val="6"/>
              <c:layout>
                <c:manualLayout>
                  <c:x val="1.8651788488314083E-3"/>
                  <c:y val="9.3414493401090815E-3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5B7-42D3-B41E-E5A81C3F259F}"/>
                </c:ext>
              </c:extLst>
            </c:dLbl>
            <c:dLbl>
              <c:idx val="7"/>
              <c:layout>
                <c:manualLayout>
                  <c:x val="4.9891357139342793E-3"/>
                  <c:y val="2.0163437017181362E-3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85B7-42D3-B41E-E5A81C3F259F}"/>
                </c:ext>
              </c:extLst>
            </c:dLbl>
            <c:dLbl>
              <c:idx val="8"/>
              <c:layout>
                <c:manualLayout>
                  <c:x val="5.7411008108676541E-3"/>
                  <c:y val="1.2340946743359208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85B7-42D3-B41E-E5A81C3F259F}"/>
                </c:ext>
              </c:extLst>
            </c:dLbl>
            <c:dLbl>
              <c:idx val="9"/>
              <c:layout>
                <c:manualLayout>
                  <c:x val="1.7635334645669674E-3"/>
                  <c:y val="3.9562554680664915E-3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85B7-42D3-B41E-E5A81C3F259F}"/>
                </c:ext>
              </c:extLst>
            </c:dLbl>
            <c:dLbl>
              <c:idx val="10"/>
              <c:layout>
                <c:manualLayout>
                  <c:x val="-1.7080916066827951E-2"/>
                  <c:y val="2.4577055527633514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85B7-42D3-B41E-E5A81C3F25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'4_Analysis_and_Charts'!$A$5:$A$18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Publishing</c:v>
                </c:pt>
                <c:pt idx="11">
                  <c:v>Technology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'4_Analysis_and_Charts'!$B$5:$B$18</c:f>
              <c:numCache>
                <c:formatCode>#,##0</c:formatCode>
                <c:ptCount val="13"/>
                <c:pt idx="0">
                  <c:v>525</c:v>
                </c:pt>
                <c:pt idx="1">
                  <c:v>1636</c:v>
                </c:pt>
                <c:pt idx="2">
                  <c:v>6775</c:v>
                </c:pt>
                <c:pt idx="3">
                  <c:v>2102</c:v>
                </c:pt>
                <c:pt idx="4">
                  <c:v>520</c:v>
                </c:pt>
                <c:pt idx="5">
                  <c:v>6399</c:v>
                </c:pt>
                <c:pt idx="6">
                  <c:v>652</c:v>
                </c:pt>
                <c:pt idx="7">
                  <c:v>643</c:v>
                </c:pt>
                <c:pt idx="8">
                  <c:v>725</c:v>
                </c:pt>
                <c:pt idx="9">
                  <c:v>631</c:v>
                </c:pt>
                <c:pt idx="10">
                  <c:v>1669</c:v>
                </c:pt>
                <c:pt idx="11">
                  <c:v>288</c:v>
                </c:pt>
                <c:pt idx="12">
                  <c:v>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85B7-42D3-B41E-E5A81C3F259F}"/>
            </c:ext>
          </c:extLst>
        </c:ser>
        <c:ser>
          <c:idx val="1"/>
          <c:order val="1"/>
          <c:tx>
            <c:strRef>
              <c:f>'4_Analysis_and_Charts'!$C$3:$C$4</c:f>
              <c:strCache>
                <c:ptCount val="1"/>
                <c:pt idx="0">
                  <c:v>Live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C-85B7-42D3-B41E-E5A81C3F259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E-85B7-42D3-B41E-E5A81C3F259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0-85B7-42D3-B41E-E5A81C3F259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2-85B7-42D3-B41E-E5A81C3F259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4-85B7-42D3-B41E-E5A81C3F259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6-85B7-42D3-B41E-E5A81C3F259F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8-85B7-42D3-B41E-E5A81C3F259F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A-85B7-42D3-B41E-E5A81C3F259F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C-85B7-42D3-B41E-E5A81C3F259F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E-85B7-42D3-B41E-E5A81C3F259F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0-85B7-42D3-B41E-E5A81C3F259F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2-85B7-42D3-B41E-E5A81C3F259F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4-85B7-42D3-B41E-E5A81C3F259F}"/>
              </c:ext>
            </c:extLst>
          </c:dPt>
          <c:cat>
            <c:strRef>
              <c:f>'4_Analysis_and_Charts'!$A$5:$A$18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Publishing</c:v>
                </c:pt>
                <c:pt idx="11">
                  <c:v>Technology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'4_Analysis_and_Charts'!$C$5:$C$18</c:f>
              <c:numCache>
                <c:formatCode>#,##0</c:formatCode>
                <c:ptCount val="13"/>
                <c:pt idx="0">
                  <c:v>54</c:v>
                </c:pt>
                <c:pt idx="1">
                  <c:v>169</c:v>
                </c:pt>
                <c:pt idx="2">
                  <c:v>847</c:v>
                </c:pt>
                <c:pt idx="3">
                  <c:v>301</c:v>
                </c:pt>
                <c:pt idx="4">
                  <c:v>103</c:v>
                </c:pt>
                <c:pt idx="5">
                  <c:v>929</c:v>
                </c:pt>
                <c:pt idx="6">
                  <c:v>137</c:v>
                </c:pt>
                <c:pt idx="7">
                  <c:v>127</c:v>
                </c:pt>
                <c:pt idx="8">
                  <c:v>197</c:v>
                </c:pt>
                <c:pt idx="9">
                  <c:v>259</c:v>
                </c:pt>
                <c:pt idx="10">
                  <c:v>601</c:v>
                </c:pt>
                <c:pt idx="11">
                  <c:v>71</c:v>
                </c:pt>
                <c:pt idx="12">
                  <c:v>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5-85B7-42D3-B41E-E5A81C3F259F}"/>
            </c:ext>
          </c:extLst>
        </c:ser>
        <c:ser>
          <c:idx val="2"/>
          <c:order val="2"/>
          <c:tx>
            <c:strRef>
              <c:f>'4_Analysis_and_Charts'!$D$3:$D$4</c:f>
              <c:strCache>
                <c:ptCount val="1"/>
                <c:pt idx="0">
                  <c:v>Failed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7-85B7-42D3-B41E-E5A81C3F259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9-85B7-42D3-B41E-E5A81C3F259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B-85B7-42D3-B41E-E5A81C3F259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D-85B7-42D3-B41E-E5A81C3F259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F-85B7-42D3-B41E-E5A81C3F259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1-85B7-42D3-B41E-E5A81C3F259F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3-85B7-42D3-B41E-E5A81C3F259F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5-85B7-42D3-B41E-E5A81C3F259F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7-85B7-42D3-B41E-E5A81C3F259F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9-85B7-42D3-B41E-E5A81C3F259F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B-85B7-42D3-B41E-E5A81C3F259F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D-85B7-42D3-B41E-E5A81C3F259F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F-85B7-42D3-B41E-E5A81C3F259F}"/>
              </c:ext>
            </c:extLst>
          </c:dPt>
          <c:cat>
            <c:strRef>
              <c:f>'4_Analysis_and_Charts'!$A$5:$A$18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Publishing</c:v>
                </c:pt>
                <c:pt idx="11">
                  <c:v>Technology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'4_Analysis_and_Charts'!$D$5:$D$18</c:f>
              <c:numCache>
                <c:formatCode>#,##0</c:formatCode>
                <c:ptCount val="13"/>
                <c:pt idx="0">
                  <c:v>179</c:v>
                </c:pt>
                <c:pt idx="1">
                  <c:v>679</c:v>
                </c:pt>
                <c:pt idx="2">
                  <c:v>3256</c:v>
                </c:pt>
                <c:pt idx="3">
                  <c:v>1582</c:v>
                </c:pt>
                <c:pt idx="4">
                  <c:v>445</c:v>
                </c:pt>
                <c:pt idx="5">
                  <c:v>6150</c:v>
                </c:pt>
                <c:pt idx="6">
                  <c:v>639</c:v>
                </c:pt>
                <c:pt idx="7">
                  <c:v>737</c:v>
                </c:pt>
                <c:pt idx="8">
                  <c:v>835</c:v>
                </c:pt>
                <c:pt idx="9">
                  <c:v>829</c:v>
                </c:pt>
                <c:pt idx="10">
                  <c:v>2481</c:v>
                </c:pt>
                <c:pt idx="11">
                  <c:v>444</c:v>
                </c:pt>
                <c:pt idx="12">
                  <c:v>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50-85B7-42D3-B41E-E5A81C3F259F}"/>
            </c:ext>
          </c:extLst>
        </c:ser>
        <c:ser>
          <c:idx val="3"/>
          <c:order val="3"/>
          <c:tx>
            <c:strRef>
              <c:f>'4_Analysis_and_Charts'!$E$3:$E$4</c:f>
              <c:strCache>
                <c:ptCount val="1"/>
                <c:pt idx="0">
                  <c:v>Canceled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2-85B7-42D3-B41E-E5A81C3F259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4-85B7-42D3-B41E-E5A81C3F259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6-85B7-42D3-B41E-E5A81C3F259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8-85B7-42D3-B41E-E5A81C3F259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A-85B7-42D3-B41E-E5A81C3F259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C-85B7-42D3-B41E-E5A81C3F259F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E-85B7-42D3-B41E-E5A81C3F259F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0-85B7-42D3-B41E-E5A81C3F259F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2-85B7-42D3-B41E-E5A81C3F259F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4-85B7-42D3-B41E-E5A81C3F259F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6-85B7-42D3-B41E-E5A81C3F259F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8-85B7-42D3-B41E-E5A81C3F259F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A-85B7-42D3-B41E-E5A81C3F259F}"/>
              </c:ext>
            </c:extLst>
          </c:dPt>
          <c:cat>
            <c:strRef>
              <c:f>'4_Analysis_and_Charts'!$A$5:$A$18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Publishing</c:v>
                </c:pt>
                <c:pt idx="11">
                  <c:v>Technology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'4_Analysis_and_Charts'!$E$5:$E$18</c:f>
              <c:numCache>
                <c:formatCode>General</c:formatCode>
                <c:ptCount val="13"/>
                <c:pt idx="2" formatCode="#,##0">
                  <c:v>9</c:v>
                </c:pt>
                <c:pt idx="5" formatCode="#,##0">
                  <c:v>22</c:v>
                </c:pt>
                <c:pt idx="6" formatCode="#,##0">
                  <c:v>3</c:v>
                </c:pt>
                <c:pt idx="8" formatCode="#,##0">
                  <c:v>2</c:v>
                </c:pt>
                <c:pt idx="9" formatCode="#,##0">
                  <c:v>10</c:v>
                </c:pt>
                <c:pt idx="10" formatCode="#,##0">
                  <c:v>10</c:v>
                </c:pt>
                <c:pt idx="11" formatCode="#,##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6B-85B7-42D3-B41E-E5A81C3F259F}"/>
            </c:ext>
          </c:extLst>
        </c:ser>
        <c:ser>
          <c:idx val="4"/>
          <c:order val="4"/>
          <c:tx>
            <c:strRef>
              <c:f>'4_Analysis_and_Charts'!$F$3:$F$4</c:f>
              <c:strCache>
                <c:ptCount val="1"/>
                <c:pt idx="0">
                  <c:v>Suspended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D-85B7-42D3-B41E-E5A81C3F259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F-85B7-42D3-B41E-E5A81C3F259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1-85B7-42D3-B41E-E5A81C3F259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3-85B7-42D3-B41E-E5A81C3F259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5-85B7-42D3-B41E-E5A81C3F259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7-85B7-42D3-B41E-E5A81C3F259F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9-85B7-42D3-B41E-E5A81C3F259F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B-85B7-42D3-B41E-E5A81C3F259F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D-85B7-42D3-B41E-E5A81C3F259F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F-85B7-42D3-B41E-E5A81C3F259F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1-85B7-42D3-B41E-E5A81C3F259F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3-85B7-42D3-B41E-E5A81C3F259F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5-85B7-42D3-B41E-E5A81C3F259F}"/>
              </c:ext>
            </c:extLst>
          </c:dPt>
          <c:cat>
            <c:strRef>
              <c:f>'4_Analysis_and_Charts'!$A$5:$A$18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Publishing</c:v>
                </c:pt>
                <c:pt idx="11">
                  <c:v>Technology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'4_Analysis_and_Charts'!$F$5:$F$18</c:f>
              <c:numCache>
                <c:formatCode>General</c:formatCode>
                <c:ptCount val="13"/>
                <c:pt idx="5" formatCode="#,##0">
                  <c:v>1</c:v>
                </c:pt>
                <c:pt idx="8" formatCode="#,##0">
                  <c:v>2</c:v>
                </c:pt>
                <c:pt idx="11" formatCode="#,##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86-85B7-42D3-B41E-E5A81C3F25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[4.08_Kickstarter_Excel_Lab_Workbook_Template.xlsx]4_Analysis_and_Charts!PivotTable1</c:name>
    <c:fmtId val="25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'4_Analysis_and_Charts'!$B$3:$B$4</c:f>
              <c:strCache>
                <c:ptCount val="1"/>
                <c:pt idx="0">
                  <c:v>Successful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084-4CC5-8BE8-20930AD7043D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084-4CC5-8BE8-20930AD7043D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084-4CC5-8BE8-20930AD7043D}"/>
              </c:ext>
            </c:extLst>
          </c:dPt>
          <c:dPt>
            <c:idx val="3"/>
            <c:bubble3D val="0"/>
            <c:spPr>
              <a:solidFill>
                <a:srgbClr val="8593A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084-4CC5-8BE8-20930AD7043D}"/>
              </c:ext>
            </c:extLst>
          </c:dPt>
          <c:dPt>
            <c:idx val="4"/>
            <c:bubble3D val="0"/>
            <c:spPr>
              <a:solidFill>
                <a:srgbClr val="8593A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084-4CC5-8BE8-20930AD7043D}"/>
              </c:ext>
            </c:extLst>
          </c:dPt>
          <c:dPt>
            <c:idx val="5"/>
            <c:bubble3D val="0"/>
            <c:spPr>
              <a:solidFill>
                <a:srgbClr val="8593A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084-4CC5-8BE8-20930AD7043D}"/>
              </c:ext>
            </c:extLst>
          </c:dPt>
          <c:dPt>
            <c:idx val="6"/>
            <c:bubble3D val="0"/>
            <c:spPr>
              <a:solidFill>
                <a:srgbClr val="8593A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2084-4CC5-8BE8-20930AD7043D}"/>
              </c:ext>
            </c:extLst>
          </c:dPt>
          <c:dPt>
            <c:idx val="7"/>
            <c:bubble3D val="0"/>
            <c:spPr>
              <a:solidFill>
                <a:srgbClr val="8593A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2084-4CC5-8BE8-20930AD7043D}"/>
              </c:ext>
            </c:extLst>
          </c:dPt>
          <c:dPt>
            <c:idx val="8"/>
            <c:bubble3D val="0"/>
            <c:spPr>
              <a:solidFill>
                <a:srgbClr val="8593A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2084-4CC5-8BE8-20930AD7043D}"/>
              </c:ext>
            </c:extLst>
          </c:dPt>
          <c:dPt>
            <c:idx val="9"/>
            <c:bubble3D val="0"/>
            <c:spPr>
              <a:solidFill>
                <a:srgbClr val="8593A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2084-4CC5-8BE8-20930AD7043D}"/>
              </c:ext>
            </c:extLst>
          </c:dPt>
          <c:dPt>
            <c:idx val="10"/>
            <c:bubble3D val="0"/>
            <c:spPr>
              <a:solidFill>
                <a:srgbClr val="C97B6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2084-4CC5-8BE8-20930AD7043D}"/>
              </c:ext>
            </c:extLst>
          </c:dPt>
          <c:dPt>
            <c:idx val="11"/>
            <c:bubble3D val="0"/>
            <c:spPr>
              <a:solidFill>
                <a:srgbClr val="C97B6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2084-4CC5-8BE8-20930AD7043D}"/>
              </c:ext>
            </c:extLst>
          </c:dPt>
          <c:dPt>
            <c:idx val="12"/>
            <c:bubble3D val="0"/>
            <c:spPr>
              <a:solidFill>
                <a:srgbClr val="C97B6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2084-4CC5-8BE8-20930AD7043D}"/>
              </c:ext>
            </c:extLst>
          </c:dPt>
          <c:dLbls>
            <c:dLbl>
              <c:idx val="1"/>
              <c:layout>
                <c:manualLayout>
                  <c:x val="-4.9102123958846132E-2"/>
                  <c:y val="9.2562833901081512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084-4CC5-8BE8-20930AD7043D}"/>
                </c:ext>
              </c:extLst>
            </c:dLbl>
            <c:dLbl>
              <c:idx val="2"/>
              <c:layout>
                <c:manualLayout>
                  <c:x val="-8.9673199765842454E-2"/>
                  <c:y val="4.504011466651775E-3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084-4CC5-8BE8-20930AD7043D}"/>
                </c:ext>
              </c:extLst>
            </c:dLbl>
            <c:dLbl>
              <c:idx val="3"/>
              <c:layout>
                <c:manualLayout>
                  <c:x val="-3.1091982087547557E-2"/>
                  <c:y val="-0.10644060981738984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084-4CC5-8BE8-20930AD7043D}"/>
                </c:ext>
              </c:extLst>
            </c:dLbl>
            <c:dLbl>
              <c:idx val="4"/>
              <c:layout>
                <c:manualLayout>
                  <c:x val="-4.1146770710241351E-3"/>
                  <c:y val="5.0792799836190689E-3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084-4CC5-8BE8-20930AD7043D}"/>
                </c:ext>
              </c:extLst>
            </c:dLbl>
            <c:dLbl>
              <c:idx val="6"/>
              <c:layout>
                <c:manualLayout>
                  <c:x val="1.8651788488314083E-3"/>
                  <c:y val="9.3414493401090815E-3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084-4CC5-8BE8-20930AD7043D}"/>
                </c:ext>
              </c:extLst>
            </c:dLbl>
            <c:dLbl>
              <c:idx val="7"/>
              <c:layout>
                <c:manualLayout>
                  <c:x val="4.9891357139342793E-3"/>
                  <c:y val="2.0163437017181362E-3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084-4CC5-8BE8-20930AD7043D}"/>
                </c:ext>
              </c:extLst>
            </c:dLbl>
            <c:dLbl>
              <c:idx val="8"/>
              <c:layout>
                <c:manualLayout>
                  <c:x val="5.7411008108676541E-3"/>
                  <c:y val="1.2340946743359208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2084-4CC5-8BE8-20930AD7043D}"/>
                </c:ext>
              </c:extLst>
            </c:dLbl>
            <c:dLbl>
              <c:idx val="9"/>
              <c:layout>
                <c:manualLayout>
                  <c:x val="1.7635334645669674E-3"/>
                  <c:y val="3.9562554680664915E-3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2084-4CC5-8BE8-20930AD7043D}"/>
                </c:ext>
              </c:extLst>
            </c:dLbl>
            <c:dLbl>
              <c:idx val="10"/>
              <c:layout>
                <c:manualLayout>
                  <c:x val="-1.7080916066827951E-2"/>
                  <c:y val="2.4577055527633514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2084-4CC5-8BE8-20930AD7043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'4_Analysis_and_Charts'!$A$5:$A$18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Publishing</c:v>
                </c:pt>
                <c:pt idx="11">
                  <c:v>Technology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'4_Analysis_and_Charts'!$B$5:$B$18</c:f>
              <c:numCache>
                <c:formatCode>#,##0</c:formatCode>
                <c:ptCount val="13"/>
                <c:pt idx="0">
                  <c:v>525</c:v>
                </c:pt>
                <c:pt idx="1">
                  <c:v>1636</c:v>
                </c:pt>
                <c:pt idx="2">
                  <c:v>6775</c:v>
                </c:pt>
                <c:pt idx="3">
                  <c:v>2102</c:v>
                </c:pt>
                <c:pt idx="4">
                  <c:v>520</c:v>
                </c:pt>
                <c:pt idx="5">
                  <c:v>6399</c:v>
                </c:pt>
                <c:pt idx="6">
                  <c:v>652</c:v>
                </c:pt>
                <c:pt idx="7">
                  <c:v>643</c:v>
                </c:pt>
                <c:pt idx="8">
                  <c:v>725</c:v>
                </c:pt>
                <c:pt idx="9">
                  <c:v>631</c:v>
                </c:pt>
                <c:pt idx="10">
                  <c:v>1669</c:v>
                </c:pt>
                <c:pt idx="11">
                  <c:v>288</c:v>
                </c:pt>
                <c:pt idx="12">
                  <c:v>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2084-4CC5-8BE8-20930AD7043D}"/>
            </c:ext>
          </c:extLst>
        </c:ser>
        <c:ser>
          <c:idx val="1"/>
          <c:order val="1"/>
          <c:tx>
            <c:strRef>
              <c:f>'4_Analysis_and_Charts'!$C$3:$C$4</c:f>
              <c:strCache>
                <c:ptCount val="1"/>
                <c:pt idx="0">
                  <c:v>Live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C-2084-4CC5-8BE8-20930AD7043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E-2084-4CC5-8BE8-20930AD7043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0-2084-4CC5-8BE8-20930AD7043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2-2084-4CC5-8BE8-20930AD7043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4-2084-4CC5-8BE8-20930AD7043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6-2084-4CC5-8BE8-20930AD7043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8-2084-4CC5-8BE8-20930AD7043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A-2084-4CC5-8BE8-20930AD7043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C-2084-4CC5-8BE8-20930AD7043D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E-2084-4CC5-8BE8-20930AD7043D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0-2084-4CC5-8BE8-20930AD7043D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2-2084-4CC5-8BE8-20930AD7043D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4-2084-4CC5-8BE8-20930AD7043D}"/>
              </c:ext>
            </c:extLst>
          </c:dPt>
          <c:cat>
            <c:strRef>
              <c:f>'4_Analysis_and_Charts'!$A$5:$A$18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Publishing</c:v>
                </c:pt>
                <c:pt idx="11">
                  <c:v>Technology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'4_Analysis_and_Charts'!$C$5:$C$18</c:f>
              <c:numCache>
                <c:formatCode>#,##0</c:formatCode>
                <c:ptCount val="13"/>
                <c:pt idx="0">
                  <c:v>54</c:v>
                </c:pt>
                <c:pt idx="1">
                  <c:v>169</c:v>
                </c:pt>
                <c:pt idx="2">
                  <c:v>847</c:v>
                </c:pt>
                <c:pt idx="3">
                  <c:v>301</c:v>
                </c:pt>
                <c:pt idx="4">
                  <c:v>103</c:v>
                </c:pt>
                <c:pt idx="5">
                  <c:v>929</c:v>
                </c:pt>
                <c:pt idx="6">
                  <c:v>137</c:v>
                </c:pt>
                <c:pt idx="7">
                  <c:v>127</c:v>
                </c:pt>
                <c:pt idx="8">
                  <c:v>197</c:v>
                </c:pt>
                <c:pt idx="9">
                  <c:v>259</c:v>
                </c:pt>
                <c:pt idx="10">
                  <c:v>601</c:v>
                </c:pt>
                <c:pt idx="11">
                  <c:v>71</c:v>
                </c:pt>
                <c:pt idx="12">
                  <c:v>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5-2084-4CC5-8BE8-20930AD7043D}"/>
            </c:ext>
          </c:extLst>
        </c:ser>
        <c:ser>
          <c:idx val="2"/>
          <c:order val="2"/>
          <c:tx>
            <c:strRef>
              <c:f>'4_Analysis_and_Charts'!$D$3:$D$4</c:f>
              <c:strCache>
                <c:ptCount val="1"/>
                <c:pt idx="0">
                  <c:v>Failed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7-2084-4CC5-8BE8-20930AD7043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9-2084-4CC5-8BE8-20930AD7043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B-2084-4CC5-8BE8-20930AD7043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D-2084-4CC5-8BE8-20930AD7043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F-2084-4CC5-8BE8-20930AD7043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1-2084-4CC5-8BE8-20930AD7043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3-2084-4CC5-8BE8-20930AD7043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5-2084-4CC5-8BE8-20930AD7043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7-2084-4CC5-8BE8-20930AD7043D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9-2084-4CC5-8BE8-20930AD7043D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B-2084-4CC5-8BE8-20930AD7043D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D-2084-4CC5-8BE8-20930AD7043D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F-2084-4CC5-8BE8-20930AD7043D}"/>
              </c:ext>
            </c:extLst>
          </c:dPt>
          <c:cat>
            <c:strRef>
              <c:f>'4_Analysis_and_Charts'!$A$5:$A$18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Publishing</c:v>
                </c:pt>
                <c:pt idx="11">
                  <c:v>Technology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'4_Analysis_and_Charts'!$D$5:$D$18</c:f>
              <c:numCache>
                <c:formatCode>#,##0</c:formatCode>
                <c:ptCount val="13"/>
                <c:pt idx="0">
                  <c:v>179</c:v>
                </c:pt>
                <c:pt idx="1">
                  <c:v>679</c:v>
                </c:pt>
                <c:pt idx="2">
                  <c:v>3256</c:v>
                </c:pt>
                <c:pt idx="3">
                  <c:v>1582</c:v>
                </c:pt>
                <c:pt idx="4">
                  <c:v>445</c:v>
                </c:pt>
                <c:pt idx="5">
                  <c:v>6150</c:v>
                </c:pt>
                <c:pt idx="6">
                  <c:v>639</c:v>
                </c:pt>
                <c:pt idx="7">
                  <c:v>737</c:v>
                </c:pt>
                <c:pt idx="8">
                  <c:v>835</c:v>
                </c:pt>
                <c:pt idx="9">
                  <c:v>829</c:v>
                </c:pt>
                <c:pt idx="10">
                  <c:v>2481</c:v>
                </c:pt>
                <c:pt idx="11">
                  <c:v>444</c:v>
                </c:pt>
                <c:pt idx="12">
                  <c:v>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50-2084-4CC5-8BE8-20930AD7043D}"/>
            </c:ext>
          </c:extLst>
        </c:ser>
        <c:ser>
          <c:idx val="3"/>
          <c:order val="3"/>
          <c:tx>
            <c:strRef>
              <c:f>'4_Analysis_and_Charts'!$E$3:$E$4</c:f>
              <c:strCache>
                <c:ptCount val="1"/>
                <c:pt idx="0">
                  <c:v>Canceled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2-2084-4CC5-8BE8-20930AD7043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4-2084-4CC5-8BE8-20930AD7043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6-2084-4CC5-8BE8-20930AD7043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8-2084-4CC5-8BE8-20930AD7043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A-2084-4CC5-8BE8-20930AD7043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C-2084-4CC5-8BE8-20930AD7043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E-2084-4CC5-8BE8-20930AD7043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0-2084-4CC5-8BE8-20930AD7043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2-2084-4CC5-8BE8-20930AD7043D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4-2084-4CC5-8BE8-20930AD7043D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6-2084-4CC5-8BE8-20930AD7043D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8-2084-4CC5-8BE8-20930AD7043D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A-2084-4CC5-8BE8-20930AD7043D}"/>
              </c:ext>
            </c:extLst>
          </c:dPt>
          <c:cat>
            <c:strRef>
              <c:f>'4_Analysis_and_Charts'!$A$5:$A$18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Publishing</c:v>
                </c:pt>
                <c:pt idx="11">
                  <c:v>Technology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'4_Analysis_and_Charts'!$E$5:$E$18</c:f>
              <c:numCache>
                <c:formatCode>General</c:formatCode>
                <c:ptCount val="13"/>
                <c:pt idx="2" formatCode="#,##0">
                  <c:v>9</c:v>
                </c:pt>
                <c:pt idx="5" formatCode="#,##0">
                  <c:v>22</c:v>
                </c:pt>
                <c:pt idx="6" formatCode="#,##0">
                  <c:v>3</c:v>
                </c:pt>
                <c:pt idx="8" formatCode="#,##0">
                  <c:v>2</c:v>
                </c:pt>
                <c:pt idx="9" formatCode="#,##0">
                  <c:v>10</c:v>
                </c:pt>
                <c:pt idx="10" formatCode="#,##0">
                  <c:v>10</c:v>
                </c:pt>
                <c:pt idx="11" formatCode="#,##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6B-2084-4CC5-8BE8-20930AD7043D}"/>
            </c:ext>
          </c:extLst>
        </c:ser>
        <c:ser>
          <c:idx val="4"/>
          <c:order val="4"/>
          <c:tx>
            <c:strRef>
              <c:f>'4_Analysis_and_Charts'!$F$3:$F$4</c:f>
              <c:strCache>
                <c:ptCount val="1"/>
                <c:pt idx="0">
                  <c:v>Suspended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D-2084-4CC5-8BE8-20930AD7043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F-2084-4CC5-8BE8-20930AD7043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1-2084-4CC5-8BE8-20930AD7043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3-2084-4CC5-8BE8-20930AD7043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5-2084-4CC5-8BE8-20930AD7043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7-2084-4CC5-8BE8-20930AD7043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9-2084-4CC5-8BE8-20930AD7043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B-2084-4CC5-8BE8-20930AD7043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D-2084-4CC5-8BE8-20930AD7043D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F-2084-4CC5-8BE8-20930AD7043D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1-2084-4CC5-8BE8-20930AD7043D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3-2084-4CC5-8BE8-20930AD7043D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5-2084-4CC5-8BE8-20930AD7043D}"/>
              </c:ext>
            </c:extLst>
          </c:dPt>
          <c:cat>
            <c:strRef>
              <c:f>'4_Analysis_and_Charts'!$A$5:$A$18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Publishing</c:v>
                </c:pt>
                <c:pt idx="11">
                  <c:v>Technology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'4_Analysis_and_Charts'!$F$5:$F$18</c:f>
              <c:numCache>
                <c:formatCode>General</c:formatCode>
                <c:ptCount val="13"/>
                <c:pt idx="5" formatCode="#,##0">
                  <c:v>1</c:v>
                </c:pt>
                <c:pt idx="8" formatCode="#,##0">
                  <c:v>2</c:v>
                </c:pt>
                <c:pt idx="11" formatCode="#,##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86-2084-4CC5-8BE8-20930AD704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[4.08_Kickstarter_Excel_Lab_Workbook_Template.xlsx]4_Analysis_and_Charts!PivotTable4</c:name>
    <c:fmtId val="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'4_Analysis_and_Charts'!$O$3:$O$4</c:f>
              <c:strCache>
                <c:ptCount val="1"/>
                <c:pt idx="0">
                  <c:v>Successful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'4_Analysis_and_Charts'!$N$5:$N$18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Publishing</c:v>
                </c:pt>
                <c:pt idx="11">
                  <c:v>Technology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'4_Analysis_and_Charts'!$O$5:$O$18</c:f>
              <c:numCache>
                <c:formatCode>0%</c:formatCode>
                <c:ptCount val="13"/>
                <c:pt idx="0">
                  <c:v>0.69261213720316628</c:v>
                </c:pt>
                <c:pt idx="1">
                  <c:v>0.65861513687600648</c:v>
                </c:pt>
                <c:pt idx="2">
                  <c:v>0.62230182786809962</c:v>
                </c:pt>
                <c:pt idx="3">
                  <c:v>0.52747804265997489</c:v>
                </c:pt>
                <c:pt idx="4">
                  <c:v>0.48689138576779029</c:v>
                </c:pt>
                <c:pt idx="5">
                  <c:v>0.47396489148951931</c:v>
                </c:pt>
                <c:pt idx="6">
                  <c:v>0.45562543675751221</c:v>
                </c:pt>
                <c:pt idx="7">
                  <c:v>0.42667551426675515</c:v>
                </c:pt>
                <c:pt idx="8">
                  <c:v>0.41169789892106756</c:v>
                </c:pt>
                <c:pt idx="9">
                  <c:v>0.36495083863504918</c:v>
                </c:pt>
                <c:pt idx="10">
                  <c:v>0.35055660575509345</c:v>
                </c:pt>
                <c:pt idx="11">
                  <c:v>0.35732009925558311</c:v>
                </c:pt>
                <c:pt idx="12">
                  <c:v>0.29515418502202645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19-4BC5-A2DB-A0FD5BFF8DF2}"/>
            </c:ext>
          </c:extLst>
        </c:ser>
        <c:ser>
          <c:idx val="1"/>
          <c:order val="1"/>
          <c:tx>
            <c:strRef>
              <c:f>'4_Analysis_and_Charts'!$P$3:$P$4</c:f>
              <c:strCache>
                <c:ptCount val="1"/>
                <c:pt idx="0">
                  <c:v>Live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'4_Analysis_and_Charts'!$N$5:$N$18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Publishing</c:v>
                </c:pt>
                <c:pt idx="11">
                  <c:v>Technology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'4_Analysis_and_Charts'!$P$5:$P$18</c:f>
              <c:numCache>
                <c:formatCode>0%</c:formatCode>
                <c:ptCount val="13"/>
                <c:pt idx="0">
                  <c:v>7.1240105540897103E-2</c:v>
                </c:pt>
                <c:pt idx="1">
                  <c:v>6.8035426731078902E-2</c:v>
                </c:pt>
                <c:pt idx="2">
                  <c:v>7.7799210067052454E-2</c:v>
                </c:pt>
                <c:pt idx="3">
                  <c:v>7.5533249686323717E-2</c:v>
                </c:pt>
                <c:pt idx="4">
                  <c:v>9.6441947565543071E-2</c:v>
                </c:pt>
                <c:pt idx="5">
                  <c:v>6.8809717798681586E-2</c:v>
                </c:pt>
                <c:pt idx="6">
                  <c:v>9.5737246680642901E-2</c:v>
                </c:pt>
                <c:pt idx="7">
                  <c:v>8.4273390842733914E-2</c:v>
                </c:pt>
                <c:pt idx="8">
                  <c:v>0.11186825667234526</c:v>
                </c:pt>
                <c:pt idx="9">
                  <c:v>0.14979757085020243</c:v>
                </c:pt>
                <c:pt idx="10">
                  <c:v>0.12623398445704684</c:v>
                </c:pt>
                <c:pt idx="11">
                  <c:v>8.8089330024813894E-2</c:v>
                </c:pt>
                <c:pt idx="12">
                  <c:v>0.10308370044052863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19-4BC5-A2DB-A0FD5BFF8DF2}"/>
            </c:ext>
          </c:extLst>
        </c:ser>
        <c:ser>
          <c:idx val="2"/>
          <c:order val="2"/>
          <c:tx>
            <c:strRef>
              <c:f>'4_Analysis_and_Charts'!$Q$3:$Q$4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'4_Analysis_and_Charts'!$N$5:$N$18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Publishing</c:v>
                </c:pt>
                <c:pt idx="11">
                  <c:v>Technology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'4_Analysis_and_Charts'!$Q$5:$Q$18</c:f>
              <c:numCache>
                <c:formatCode>0%</c:formatCode>
                <c:ptCount val="13"/>
                <c:pt idx="0">
                  <c:v>0.23614775725593667</c:v>
                </c:pt>
                <c:pt idx="1">
                  <c:v>0.27334943639291465</c:v>
                </c:pt>
                <c:pt idx="2">
                  <c:v>0.29907228804996783</c:v>
                </c:pt>
                <c:pt idx="3">
                  <c:v>0.39698870765370137</c:v>
                </c:pt>
                <c:pt idx="4">
                  <c:v>0.41666666666666669</c:v>
                </c:pt>
                <c:pt idx="5">
                  <c:v>0.4555218131990223</c:v>
                </c:pt>
                <c:pt idx="6">
                  <c:v>0.44654088050314467</c:v>
                </c:pt>
                <c:pt idx="7">
                  <c:v>0.48905109489051096</c:v>
                </c:pt>
                <c:pt idx="8">
                  <c:v>0.4741624077228847</c:v>
                </c:pt>
                <c:pt idx="9">
                  <c:v>0.47946790052053212</c:v>
                </c:pt>
                <c:pt idx="10">
                  <c:v>0.5211090107120353</c:v>
                </c:pt>
                <c:pt idx="11">
                  <c:v>0.5508684863523573</c:v>
                </c:pt>
                <c:pt idx="12">
                  <c:v>0.60176211453744488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19-4BC5-A2DB-A0FD5BFF8DF2}"/>
            </c:ext>
          </c:extLst>
        </c:ser>
        <c:ser>
          <c:idx val="3"/>
          <c:order val="3"/>
          <c:tx>
            <c:strRef>
              <c:f>'4_Analysis_and_Charts'!$R$3:$R$4</c:f>
              <c:strCache>
                <c:ptCount val="1"/>
                <c:pt idx="0">
                  <c:v>Canceled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'4_Analysis_and_Charts'!$N$5:$N$18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Publishing</c:v>
                </c:pt>
                <c:pt idx="11">
                  <c:v>Technology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'4_Analysis_and_Charts'!$R$5:$R$18</c:f>
              <c:numCache>
                <c:formatCode>0%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8.2667401488013229E-4</c:v>
                </c:pt>
                <c:pt idx="3">
                  <c:v>0</c:v>
                </c:pt>
                <c:pt idx="4">
                  <c:v>0</c:v>
                </c:pt>
                <c:pt idx="5">
                  <c:v>1.6295089252647951E-3</c:v>
                </c:pt>
                <c:pt idx="6">
                  <c:v>2.0964360587002098E-3</c:v>
                </c:pt>
                <c:pt idx="7">
                  <c:v>0</c:v>
                </c:pt>
                <c:pt idx="8">
                  <c:v>1.1357183418512209E-3</c:v>
                </c:pt>
                <c:pt idx="9">
                  <c:v>5.7836899942163098E-3</c:v>
                </c:pt>
                <c:pt idx="10">
                  <c:v>2.1003990758244068E-3</c:v>
                </c:pt>
                <c:pt idx="11">
                  <c:v>2.4813895781637717E-3</c:v>
                </c:pt>
                <c:pt idx="1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119-4BC5-A2DB-A0FD5BFF8DF2}"/>
            </c:ext>
          </c:extLst>
        </c:ser>
        <c:ser>
          <c:idx val="4"/>
          <c:order val="4"/>
          <c:tx>
            <c:strRef>
              <c:f>'4_Analysis_and_Charts'!$S$3:$S$4</c:f>
              <c:strCache>
                <c:ptCount val="1"/>
                <c:pt idx="0">
                  <c:v>Suspended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'4_Analysis_and_Charts'!$N$5:$N$18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Publishing</c:v>
                </c:pt>
                <c:pt idx="11">
                  <c:v>Technology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'4_Analysis_and_Charts'!$S$5:$S$18</c:f>
              <c:numCache>
                <c:formatCode>0%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7.4068587512036142E-5</c:v>
                </c:pt>
                <c:pt idx="6">
                  <c:v>0</c:v>
                </c:pt>
                <c:pt idx="7">
                  <c:v>0</c:v>
                </c:pt>
                <c:pt idx="8">
                  <c:v>1.1357183418512209E-3</c:v>
                </c:pt>
                <c:pt idx="9">
                  <c:v>0</c:v>
                </c:pt>
                <c:pt idx="10">
                  <c:v>0</c:v>
                </c:pt>
                <c:pt idx="11">
                  <c:v>1.2406947890818859E-3</c:v>
                </c:pt>
                <c:pt idx="1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119-4BC5-A2DB-A0FD5BFF8D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86158287"/>
        <c:axId val="2086160687"/>
      </c:barChart>
      <c:catAx>
        <c:axId val="2086158287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6160687"/>
        <c:crosses val="autoZero"/>
        <c:auto val="1"/>
        <c:lblAlgn val="ctr"/>
        <c:lblOffset val="100"/>
        <c:noMultiLvlLbl val="0"/>
      </c:catAx>
      <c:valAx>
        <c:axId val="2086160687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61582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[4.08_Kickstarter_Excel_Lab_Workbook_Template.xlsx]4_Analysis_and_Charts!PivotTable9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Average Funding</a:t>
            </a:r>
            <a:r>
              <a:rPr lang="en-US" baseline="0" dirty="0"/>
              <a:t> Duration </a:t>
            </a:r>
          </a:p>
          <a:p>
            <a:pPr>
              <a:defRPr/>
            </a:pPr>
            <a:r>
              <a:rPr lang="en-US" baseline="0" dirty="0"/>
              <a:t>(Days)</a:t>
            </a:r>
            <a:endParaRPr lang="en-US" dirty="0"/>
          </a:p>
        </c:rich>
      </c:tx>
      <c:layout>
        <c:manualLayout>
          <c:xMode val="edge"/>
          <c:yMode val="edge"/>
          <c:x val="0.53289390708380535"/>
          <c:y val="3.64227679582887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'4_Analysis_and_Charts'!$B$92</c:f>
              <c:strCache>
                <c:ptCount val="1"/>
                <c:pt idx="0">
                  <c:v>Total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 w="228600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'4_Analysis_and_Charts'!$A$93:$A$106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Technology</c:v>
                </c:pt>
                <c:pt idx="11">
                  <c:v>Publishing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'4_Analysis_and_Charts'!$B$93:$B$106</c:f>
              <c:numCache>
                <c:formatCode>0.00</c:formatCode>
                <c:ptCount val="13"/>
                <c:pt idx="0">
                  <c:v>36.658152380952387</c:v>
                </c:pt>
                <c:pt idx="1">
                  <c:v>36.185586797066001</c:v>
                </c:pt>
                <c:pt idx="2">
                  <c:v>38.970720295202874</c:v>
                </c:pt>
                <c:pt idx="3">
                  <c:v>36.018196955280672</c:v>
                </c:pt>
                <c:pt idx="4">
                  <c:v>41.311365384615343</c:v>
                </c:pt>
                <c:pt idx="5">
                  <c:v>38.013522425378859</c:v>
                </c:pt>
                <c:pt idx="6">
                  <c:v>36.846625766871135</c:v>
                </c:pt>
                <c:pt idx="7">
                  <c:v>39.393732503887996</c:v>
                </c:pt>
                <c:pt idx="8">
                  <c:v>36.555793103448245</c:v>
                </c:pt>
                <c:pt idx="9">
                  <c:v>37.789873217115684</c:v>
                </c:pt>
                <c:pt idx="10">
                  <c:v>38.759548611111107</c:v>
                </c:pt>
                <c:pt idx="11">
                  <c:v>38.208645895745953</c:v>
                </c:pt>
                <c:pt idx="12">
                  <c:v>35.180089552238798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54-4FA8-A15D-2FD513E30C8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60015567"/>
        <c:axId val="1960014607"/>
      </c:lineChart>
      <c:catAx>
        <c:axId val="196001556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960014607"/>
        <c:crosses val="autoZero"/>
        <c:auto val="1"/>
        <c:lblAlgn val="ctr"/>
        <c:lblOffset val="100"/>
        <c:noMultiLvlLbl val="0"/>
      </c:catAx>
      <c:valAx>
        <c:axId val="1960014607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19600155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[4.08_Kickstarter_Excel_Lab_Workbook_Template.xlsx]4_Analysis_and_Charts!PivotTable7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SG" sz="1800" b="1" dirty="0">
                <a:solidFill>
                  <a:schemeClr val="bg2">
                    <a:lumMod val="25000"/>
                  </a:schemeClr>
                </a:solidFill>
              </a:rPr>
              <a:t>Average</a:t>
            </a:r>
            <a:r>
              <a:rPr lang="en-SG" sz="1800" b="1" baseline="0" dirty="0">
                <a:solidFill>
                  <a:schemeClr val="bg2">
                    <a:lumMod val="25000"/>
                  </a:schemeClr>
                </a:solidFill>
              </a:rPr>
              <a:t> Goal</a:t>
            </a:r>
          </a:p>
          <a:p>
            <a:pPr>
              <a:defRPr sz="1800">
                <a:solidFill>
                  <a:schemeClr val="bg2">
                    <a:lumMod val="25000"/>
                  </a:schemeClr>
                </a:solidFill>
              </a:defRPr>
            </a:pPr>
            <a:r>
              <a:rPr lang="en-SG" sz="1800" b="1" baseline="0" dirty="0">
                <a:solidFill>
                  <a:schemeClr val="bg2">
                    <a:lumMod val="25000"/>
                  </a:schemeClr>
                </a:solidFill>
              </a:rPr>
              <a:t>By Category</a:t>
            </a:r>
            <a:endParaRPr lang="en-SG" sz="1800" b="1" dirty="0">
              <a:solidFill>
                <a:schemeClr val="bg2">
                  <a:lumMod val="25000"/>
                </a:schemeClr>
              </a:solidFill>
            </a:endParaRPr>
          </a:p>
        </c:rich>
      </c:tx>
      <c:layout>
        <c:manualLayout>
          <c:xMode val="edge"/>
          <c:yMode val="edge"/>
          <c:x val="6.3964334666937267E-2"/>
          <c:y val="0.308362742686545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27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27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27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27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27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27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'4_Analysis_and_Charts'!$G$55:$G$56</c:f>
              <c:strCache>
                <c:ptCount val="1"/>
                <c:pt idx="0">
                  <c:v>Successful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'4_Analysis_and_Charts'!$F$57:$F$70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Technology</c:v>
                </c:pt>
                <c:pt idx="11">
                  <c:v>Publishing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'4_Analysis_and_Charts'!$G$57:$G$70</c:f>
              <c:numCache>
                <c:formatCode>#,##0</c:formatCode>
                <c:ptCount val="13"/>
                <c:pt idx="0">
                  <c:v>3016.194495238095</c:v>
                </c:pt>
                <c:pt idx="1">
                  <c:v>3644.3336797066022</c:v>
                </c:pt>
                <c:pt idx="2">
                  <c:v>4179.3028649446478</c:v>
                </c:pt>
                <c:pt idx="3">
                  <c:v>3587.7032350142722</c:v>
                </c:pt>
                <c:pt idx="4">
                  <c:v>4097.8442307692312</c:v>
                </c:pt>
                <c:pt idx="5">
                  <c:v>7162.228699796844</c:v>
                </c:pt>
                <c:pt idx="6">
                  <c:v>7748.7871319018404</c:v>
                </c:pt>
                <c:pt idx="7">
                  <c:v>4079.3846345256616</c:v>
                </c:pt>
                <c:pt idx="8">
                  <c:v>8999.1882758620686</c:v>
                </c:pt>
                <c:pt idx="9">
                  <c:v>12917.90174326466</c:v>
                </c:pt>
                <c:pt idx="10">
                  <c:v>11357.410138888888</c:v>
                </c:pt>
                <c:pt idx="11">
                  <c:v>4249.8827022168962</c:v>
                </c:pt>
                <c:pt idx="12">
                  <c:v>4586.274626865672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55-4811-A30D-3A12310CCDFB}"/>
            </c:ext>
          </c:extLst>
        </c:ser>
        <c:ser>
          <c:idx val="1"/>
          <c:order val="1"/>
          <c:tx>
            <c:strRef>
              <c:f>'4_Analysis_and_Charts'!$H$55:$H$56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'4_Analysis_and_Charts'!$F$57:$F$70</c:f>
              <c:strCache>
                <c:ptCount val="13"/>
                <c:pt idx="0">
                  <c:v>Dance</c:v>
                </c:pt>
                <c:pt idx="1">
                  <c:v>Theater</c:v>
                </c:pt>
                <c:pt idx="2">
                  <c:v>Music</c:v>
                </c:pt>
                <c:pt idx="3">
                  <c:v>Art</c:v>
                </c:pt>
                <c:pt idx="4">
                  <c:v>Comics</c:v>
                </c:pt>
                <c:pt idx="5">
                  <c:v>Film &amp; Video</c:v>
                </c:pt>
                <c:pt idx="6">
                  <c:v>Food</c:v>
                </c:pt>
                <c:pt idx="7">
                  <c:v>Photography</c:v>
                </c:pt>
                <c:pt idx="8">
                  <c:v>Design</c:v>
                </c:pt>
                <c:pt idx="9">
                  <c:v>Games</c:v>
                </c:pt>
                <c:pt idx="10">
                  <c:v>Technology</c:v>
                </c:pt>
                <c:pt idx="11">
                  <c:v>Publishing</c:v>
                </c:pt>
                <c:pt idx="12">
                  <c:v>Fashion</c:v>
                </c:pt>
              </c:strCache>
            </c:strRef>
          </c:cat>
          <c:val>
            <c:numRef>
              <c:f>'4_Analysis_and_Charts'!$H$57:$H$70</c:f>
              <c:numCache>
                <c:formatCode>#,##0</c:formatCode>
                <c:ptCount val="13"/>
                <c:pt idx="0">
                  <c:v>10848.861396648046</c:v>
                </c:pt>
                <c:pt idx="1">
                  <c:v>9726.4885419734892</c:v>
                </c:pt>
                <c:pt idx="2">
                  <c:v>7524.9513851351358</c:v>
                </c:pt>
                <c:pt idx="3">
                  <c:v>10668.38502528445</c:v>
                </c:pt>
                <c:pt idx="4">
                  <c:v>6987.8546067415728</c:v>
                </c:pt>
                <c:pt idx="5">
                  <c:v>27135.361952845531</c:v>
                </c:pt>
                <c:pt idx="6">
                  <c:v>20837.81179968701</c:v>
                </c:pt>
                <c:pt idx="7">
                  <c:v>7339.8221709633654</c:v>
                </c:pt>
                <c:pt idx="8">
                  <c:v>18447.105389221557</c:v>
                </c:pt>
                <c:pt idx="9">
                  <c:v>22697.66750301568</c:v>
                </c:pt>
                <c:pt idx="10">
                  <c:v>22860.880698198202</c:v>
                </c:pt>
                <c:pt idx="11">
                  <c:v>8470.8724425634828</c:v>
                </c:pt>
                <c:pt idx="12">
                  <c:v>8655.7852855051242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55-4811-A30D-3A12310CCDF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16933743"/>
        <c:axId val="1916934703"/>
      </c:barChart>
      <c:catAx>
        <c:axId val="191693374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6934703"/>
        <c:crosses val="autoZero"/>
        <c:auto val="1"/>
        <c:lblAlgn val="ctr"/>
        <c:lblOffset val="100"/>
        <c:noMultiLvlLbl val="0"/>
      </c:catAx>
      <c:valAx>
        <c:axId val="1916934703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1916933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4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4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0380" y="1911694"/>
            <a:ext cx="7096933" cy="4353375"/>
          </a:xfrm>
        </p:spPr>
        <p:txBody>
          <a:bodyPr/>
          <a:lstStyle/>
          <a:p>
            <a:r>
              <a:rPr lang="en-US" dirty="0"/>
              <a:t>Kickstarter </a:t>
            </a:r>
            <a:br>
              <a:rPr lang="en-US" dirty="0"/>
            </a:br>
            <a:r>
              <a:rPr lang="en-US" dirty="0"/>
              <a:t>Data Analysis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sz="3200" dirty="0"/>
              <a:t>Clarence Cheong</a:t>
            </a:r>
            <a:br>
              <a:rPr lang="en-US" sz="3200" dirty="0"/>
            </a:br>
            <a:r>
              <a:rPr lang="en-US" sz="3200" dirty="0"/>
              <a:t>	19 May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4" y="2681836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Which categories of Kickstarter projects have the highest success rates of being funded under 40 days?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89C93D7-85A7-BF3D-2E81-87B34FD9B6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2021081"/>
              </p:ext>
            </p:extLst>
          </p:nvPr>
        </p:nvGraphicFramePr>
        <p:xfrm>
          <a:off x="2294020" y="71437"/>
          <a:ext cx="12114924" cy="671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5CFCA87-B9BE-D252-EED8-7072D8FB25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3759168"/>
              </p:ext>
            </p:extLst>
          </p:nvPr>
        </p:nvGraphicFramePr>
        <p:xfrm>
          <a:off x="2294020" y="71436"/>
          <a:ext cx="12114924" cy="671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165" y="1931670"/>
            <a:ext cx="3181709" cy="2437446"/>
          </a:xfrm>
        </p:spPr>
        <p:txBody>
          <a:bodyPr/>
          <a:lstStyle/>
          <a:p>
            <a:r>
              <a:rPr lang="en-US" sz="8000" dirty="0">
                <a:solidFill>
                  <a:srgbClr val="00B050"/>
                </a:solidFill>
              </a:rPr>
              <a:t>50%</a:t>
            </a:r>
            <a:br>
              <a:rPr lang="en-US" sz="2400" dirty="0">
                <a:solidFill>
                  <a:srgbClr val="002060"/>
                </a:solidFill>
              </a:rPr>
            </a:br>
            <a:br>
              <a:rPr lang="en-US" sz="1800" dirty="0">
                <a:solidFill>
                  <a:srgbClr val="002060"/>
                </a:solidFill>
              </a:rPr>
            </a:br>
            <a:r>
              <a:rPr lang="en-US" sz="1800" dirty="0">
                <a:solidFill>
                  <a:schemeClr val="accent2">
                    <a:lumMod val="10000"/>
                  </a:schemeClr>
                </a:solidFill>
              </a:rPr>
              <a:t>of Kickstarter projects </a:t>
            </a:r>
            <a:br>
              <a:rPr lang="en-US" sz="1800" dirty="0">
                <a:solidFill>
                  <a:schemeClr val="accent2">
                    <a:lumMod val="10000"/>
                  </a:schemeClr>
                </a:solidFill>
              </a:rPr>
            </a:br>
            <a:r>
              <a:rPr lang="en-US" sz="1800" dirty="0">
                <a:solidFill>
                  <a:schemeClr val="accent2">
                    <a:lumMod val="10000"/>
                  </a:schemeClr>
                </a:solidFill>
              </a:rPr>
              <a:t>		</a:t>
            </a:r>
            <a:r>
              <a:rPr lang="en-US" sz="3600" dirty="0">
                <a:solidFill>
                  <a:srgbClr val="002060"/>
                </a:solidFill>
              </a:rPr>
              <a:t>succeed!</a:t>
            </a:r>
            <a:endParaRPr lang="en-US" sz="8000" dirty="0">
              <a:solidFill>
                <a:srgbClr val="00206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08F3288-E847-7F2F-7FDF-AF19F876C2B4}"/>
              </a:ext>
            </a:extLst>
          </p:cNvPr>
          <p:cNvSpPr txBox="1">
            <a:spLocks/>
          </p:cNvSpPr>
          <p:nvPr/>
        </p:nvSpPr>
        <p:spPr>
          <a:xfrm>
            <a:off x="1285515" y="1393030"/>
            <a:ext cx="3181709" cy="238553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dirty="0">
                <a:solidFill>
                  <a:schemeClr val="accent1"/>
                </a:solidFill>
              </a:rPr>
              <a:t>45,813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Kickstarter projects</a:t>
            </a:r>
          </a:p>
          <a:p>
            <a:endParaRPr lang="en-US" sz="2000" dirty="0">
              <a:solidFill>
                <a:srgbClr val="002060"/>
              </a:solidFill>
            </a:endParaRPr>
          </a:p>
          <a:p>
            <a:endParaRPr lang="en-US" sz="2000" dirty="0">
              <a:solidFill>
                <a:srgbClr val="002060"/>
              </a:solidFill>
            </a:endParaRPr>
          </a:p>
          <a:p>
            <a:r>
              <a:rPr lang="en-US" sz="2000" dirty="0">
                <a:solidFill>
                  <a:schemeClr val="accent1"/>
                </a:solidFill>
              </a:rPr>
              <a:t>13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Different Categories</a:t>
            </a:r>
            <a:br>
              <a:rPr lang="en-US" sz="2400" dirty="0">
                <a:solidFill>
                  <a:srgbClr val="002060"/>
                </a:solidFill>
              </a:rPr>
            </a:br>
            <a:endParaRPr lang="en-US" sz="8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P spid="2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1094" y="2625328"/>
            <a:ext cx="3236119" cy="1607343"/>
          </a:xfrm>
        </p:spPr>
        <p:txBody>
          <a:bodyPr/>
          <a:lstStyle/>
          <a:p>
            <a:r>
              <a:rPr lang="en-US" sz="2400" dirty="0"/>
              <a:t>Success rates of up to </a:t>
            </a:r>
            <a:r>
              <a:rPr lang="en-US" sz="2400" b="1" dirty="0">
                <a:solidFill>
                  <a:schemeClr val="accent1"/>
                </a:solidFill>
              </a:rPr>
              <a:t>70% </a:t>
            </a:r>
            <a:r>
              <a:rPr lang="en-US" sz="2400" dirty="0"/>
              <a:t>, depending on the category.</a:t>
            </a:r>
          </a:p>
          <a:p>
            <a:endParaRPr lang="en-US" sz="2400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D20236F-83B7-EA41-1CE1-F18546F95A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3086350"/>
              </p:ext>
            </p:extLst>
          </p:nvPr>
        </p:nvGraphicFramePr>
        <p:xfrm>
          <a:off x="421482" y="614363"/>
          <a:ext cx="8329612" cy="53649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C820911-A231-B2FA-8AA2-21F43EF387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1274448"/>
              </p:ext>
            </p:extLst>
          </p:nvPr>
        </p:nvGraphicFramePr>
        <p:xfrm>
          <a:off x="4193381" y="521493"/>
          <a:ext cx="7912894" cy="24407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A90802A-E918-EDDE-E2EB-D6D6B291F3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8161730"/>
              </p:ext>
            </p:extLst>
          </p:nvPr>
        </p:nvGraphicFramePr>
        <p:xfrm>
          <a:off x="4114800" y="2064544"/>
          <a:ext cx="7912894" cy="4736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968A7026-B5DE-0A5F-5BF2-5E92BC66372B}"/>
              </a:ext>
            </a:extLst>
          </p:cNvPr>
          <p:cNvSpPr txBox="1">
            <a:spLocks/>
          </p:cNvSpPr>
          <p:nvPr/>
        </p:nvSpPr>
        <p:spPr>
          <a:xfrm>
            <a:off x="742950" y="1633537"/>
            <a:ext cx="3236119" cy="16073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Successful projects take around </a:t>
            </a:r>
            <a:r>
              <a:rPr lang="en-US" sz="1800" b="1" dirty="0">
                <a:solidFill>
                  <a:srgbClr val="00B050"/>
                </a:solidFill>
              </a:rPr>
              <a:t>38 days on average</a:t>
            </a:r>
            <a:r>
              <a:rPr lang="en-US" sz="1800" dirty="0">
                <a:solidFill>
                  <a:srgbClr val="00B050"/>
                </a:solidFill>
              </a:rPr>
              <a:t> </a:t>
            </a:r>
            <a:r>
              <a:rPr lang="en-US" sz="1800" dirty="0"/>
              <a:t>to get funded</a:t>
            </a:r>
          </a:p>
          <a:p>
            <a:endParaRPr lang="en-US" sz="1800" dirty="0"/>
          </a:p>
          <a:p>
            <a:r>
              <a:rPr lang="en-US" sz="1800" dirty="0"/>
              <a:t>The average goal of successful projects are </a:t>
            </a:r>
            <a:r>
              <a:rPr lang="en-US" sz="1800" b="1" dirty="0">
                <a:solidFill>
                  <a:srgbClr val="00B050"/>
                </a:solidFill>
              </a:rPr>
              <a:t>between $3,000 to $13,000 </a:t>
            </a:r>
            <a:r>
              <a:rPr lang="en-US" sz="1800" dirty="0"/>
              <a:t>depending on the category,</a:t>
            </a:r>
            <a:r>
              <a:rPr lang="en-US" sz="1800" b="1" dirty="0">
                <a:solidFill>
                  <a:srgbClr val="00B050"/>
                </a:solidFill>
              </a:rPr>
              <a:t> </a:t>
            </a:r>
            <a:r>
              <a:rPr lang="en-US" sz="1800" dirty="0"/>
              <a:t>whereas failed projects have an average goal of </a:t>
            </a:r>
            <a:br>
              <a:rPr lang="en-US" sz="1800" dirty="0"/>
            </a:br>
            <a:r>
              <a:rPr lang="en-US" sz="1800" b="1" dirty="0">
                <a:solidFill>
                  <a:srgbClr val="C00000"/>
                </a:solidFill>
              </a:rPr>
              <a:t>$7,000 to $27,000</a:t>
            </a:r>
          </a:p>
        </p:txBody>
      </p:sp>
    </p:spTree>
    <p:extLst>
      <p:ext uri="{BB962C8B-B14F-4D97-AF65-F5344CB8AC3E}">
        <p14:creationId xmlns:p14="http://schemas.microsoft.com/office/powerpoint/2010/main" val="2494342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9779183" cy="1706563"/>
          </a:xfrm>
        </p:spPr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6813" y="2024063"/>
            <a:ext cx="4664075" cy="333216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Consider picking projects in the Dance, Theater or Music categories, which have higher rates of success on average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a campaign duration </a:t>
            </a:r>
            <a:br>
              <a:rPr lang="en-US" dirty="0"/>
            </a:br>
            <a:r>
              <a:rPr lang="en-US" dirty="0"/>
              <a:t>between 36-39 days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718369" y="2836862"/>
            <a:ext cx="4664075" cy="17065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Start small!</a:t>
            </a:r>
          </a:p>
          <a:p>
            <a:r>
              <a:rPr lang="en-US" dirty="0"/>
              <a:t>More than half of successful projects have goals within $3,000 to $5,000 on average. </a:t>
            </a:r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397</TotalTime>
  <Words>192</Words>
  <Application>Microsoft Office PowerPoint</Application>
  <PresentationFormat>Widescreen</PresentationFormat>
  <Paragraphs>49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Custom</vt:lpstr>
      <vt:lpstr>Kickstarter  Data Analysis   Clarence Cheong  19 May 2025</vt:lpstr>
      <vt:lpstr>Question</vt:lpstr>
      <vt:lpstr>50%  of Kickstarter projects    succeed!</vt:lpstr>
      <vt:lpstr>PowerPoint Presentation</vt:lpstr>
      <vt:lpstr>PowerPoint Presentation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Clarence Cheong</dc:creator>
  <cp:lastModifiedBy>Clarence Cheong</cp:lastModifiedBy>
  <cp:revision>1</cp:revision>
  <dcterms:created xsi:type="dcterms:W3CDTF">2025-05-18T14:25:07Z</dcterms:created>
  <dcterms:modified xsi:type="dcterms:W3CDTF">2026-01-22T09:04:56Z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